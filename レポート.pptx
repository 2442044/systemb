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3"/>
  </p:notesMasterIdLst>
  <p:sldIdLst>
    <p:sldId id="261" r:id="rId2"/>
  </p:sldIdLst>
  <p:sldSz cx="9144000" cy="6858000" type="screen4x3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17" d="100"/>
          <a:sy n="117" d="100"/>
        </p:scale>
        <p:origin x="19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76363" cy="511730"/>
          </a:xfrm>
          <a:prstGeom prst="rect">
            <a:avLst/>
          </a:prstGeom>
        </p:spPr>
        <p:txBody>
          <a:bodyPr vert="horz" lIns="99030" tIns="49515" rIns="99030" bIns="49515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294" y="3"/>
            <a:ext cx="3076363" cy="511730"/>
          </a:xfrm>
          <a:prstGeom prst="rect">
            <a:avLst/>
          </a:prstGeom>
        </p:spPr>
        <p:txBody>
          <a:bodyPr vert="horz" lIns="99030" tIns="49515" rIns="99030" bIns="49515" rtlCol="0"/>
          <a:lstStyle>
            <a:lvl1pPr algn="r">
              <a:defRPr sz="1300"/>
            </a:lvl1pPr>
          </a:lstStyle>
          <a:p>
            <a:fld id="{B7D7EEF0-C940-4184-9481-D4283B141A56}" type="datetimeFigureOut">
              <a:rPr kumimoji="1" lang="ja-JP" altLang="en-US" smtClean="0"/>
              <a:t>2025/11/19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0" tIns="49515" rIns="99030" bIns="4951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931" y="4861441"/>
            <a:ext cx="5679440" cy="4605575"/>
          </a:xfrm>
          <a:prstGeom prst="rect">
            <a:avLst/>
          </a:prstGeom>
        </p:spPr>
        <p:txBody>
          <a:bodyPr vert="horz" lIns="99030" tIns="49515" rIns="99030" bIns="4951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1730"/>
          </a:xfrm>
          <a:prstGeom prst="rect">
            <a:avLst/>
          </a:prstGeom>
        </p:spPr>
        <p:txBody>
          <a:bodyPr vert="horz" lIns="99030" tIns="49515" rIns="99030" bIns="49515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1730"/>
          </a:xfrm>
          <a:prstGeom prst="rect">
            <a:avLst/>
          </a:prstGeom>
        </p:spPr>
        <p:txBody>
          <a:bodyPr vert="horz" lIns="99030" tIns="49515" rIns="99030" bIns="49515" rtlCol="0" anchor="b"/>
          <a:lstStyle>
            <a:lvl1pPr algn="r">
              <a:defRPr sz="1300"/>
            </a:lvl1pPr>
          </a:lstStyle>
          <a:p>
            <a:fld id="{75D14434-B9B9-4C97-9D1C-32895A8CFC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5632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14434-B9B9-4C97-9D1C-32895A8CFC2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078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4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 anchor="ctr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ja-JP" altLang="en-US"/>
              <a:t>マスター サブタイトルの書式設定</a:t>
            </a:r>
            <a:endParaRPr kumimoji="0" lang="en-US"/>
          </a:p>
        </p:txBody>
      </p:sp>
      <p:grpSp>
        <p:nvGrpSpPr>
          <p:cNvPr id="2" name="グループ化 1"/>
          <p:cNvGrpSpPr/>
          <p:nvPr userDrawn="1"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フリーフォーム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フリーフォーム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コネクタ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</p:txBody>
      </p:sp>
      <p:sp>
        <p:nvSpPr>
          <p:cNvPr id="7" name="山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山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ja-JP" altLang="en-US"/>
              <a:t>アイコンをクリックして図を追加</a:t>
            </a:r>
            <a:endParaRPr kumimoji="0" 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8" name="フリーフォーム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フリーフォーム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線コネクタ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山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山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ja-JP" altLang="en-US"/>
              <a:t>マスター テキストの書式設定</a:t>
            </a:r>
          </a:p>
          <a:p>
            <a:pPr lvl="1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フリーフォーム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 userDrawn="1"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線コネクタ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395420" y="274638"/>
            <a:ext cx="8425170" cy="706022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ja-JP" altLang="en-US"/>
              <a:t>マスター タイトルの書式設定</a:t>
            </a:r>
            <a:endParaRPr kumimoji="0" lang="en-US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395420" y="1052670"/>
            <a:ext cx="8425170" cy="568879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/>
              <a:t>マスター テキストの書式設定</a:t>
            </a:r>
          </a:p>
          <a:p>
            <a:pPr lvl="1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2 </a:t>
            </a:r>
            <a:r>
              <a:rPr kumimoji="0" lang="ja-JP" altLang="en-US"/>
              <a:t>レベル</a:t>
            </a:r>
          </a:p>
          <a:p>
            <a:pPr lvl="2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3 </a:t>
            </a:r>
            <a:r>
              <a:rPr kumimoji="0" lang="ja-JP" altLang="en-US"/>
              <a:t>レベル</a:t>
            </a:r>
          </a:p>
          <a:p>
            <a:pPr lvl="3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4 </a:t>
            </a:r>
            <a:r>
              <a:rPr kumimoji="0" lang="ja-JP" altLang="en-US"/>
              <a:t>レベル</a:t>
            </a:r>
          </a:p>
          <a:p>
            <a:pPr lvl="4" eaLnBrk="1" latinLnBrk="0" hangingPunct="1"/>
            <a:r>
              <a:rPr kumimoji="0" lang="ja-JP" altLang="en-US"/>
              <a:t>第 </a:t>
            </a:r>
            <a:r>
              <a:rPr kumimoji="0" lang="en-US" altLang="ja-JP"/>
              <a:t>5 </a:t>
            </a:r>
            <a:r>
              <a:rPr kumimoji="0" lang="ja-JP" altLang="en-US"/>
              <a:t>レベル</a:t>
            </a:r>
            <a:endParaRPr kumimoji="0" lang="en-US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7380" y="6453420"/>
            <a:ext cx="432060" cy="29311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 b="0">
                <a:solidFill>
                  <a:schemeClr val="tx1"/>
                </a:solidFill>
              </a:defRPr>
            </a:lvl1pPr>
            <a:extLst/>
          </a:lstStyle>
          <a:p>
            <a:fld id="{A1A5FFC7-BA51-47D2-B201-4393B5FE077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1" sz="32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395420" y="1052670"/>
            <a:ext cx="8425170" cy="5688790"/>
          </a:xfrm>
          <a:noFill/>
        </p:spPr>
        <p:txBody>
          <a:bodyPr>
            <a:normAutofit/>
          </a:bodyPr>
          <a:lstStyle/>
          <a:p>
            <a:r>
              <a:rPr lang="ja-JP" altLang="en-US" dirty="0">
                <a:solidFill>
                  <a:srgbClr val="FF0000"/>
                </a:solidFill>
              </a:rPr>
              <a:t>全員</a:t>
            </a:r>
            <a:r>
              <a:rPr lang="ja-JP" altLang="en-US" dirty="0"/>
              <a:t>が提出するレポート</a:t>
            </a:r>
            <a:endParaRPr lang="en-US" altLang="ja-JP" dirty="0"/>
          </a:p>
          <a:p>
            <a:pPr lvl="1"/>
            <a:r>
              <a:rPr lang="en-US" altLang="ja-JP" dirty="0"/>
              <a:t>report_template.docx</a:t>
            </a:r>
            <a:r>
              <a:rPr lang="ja-JP" altLang="en-US" dirty="0"/>
              <a:t>に記載し</a:t>
            </a:r>
            <a:r>
              <a:rPr lang="en-US" altLang="ja-JP" dirty="0">
                <a:solidFill>
                  <a:srgbClr val="FF0000"/>
                </a:solidFill>
              </a:rPr>
              <a:t>PDF</a:t>
            </a:r>
            <a:r>
              <a:rPr lang="ja-JP" altLang="en-US" dirty="0">
                <a:solidFill>
                  <a:srgbClr val="FF0000"/>
                </a:solidFill>
              </a:rPr>
              <a:t>に変換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 dirty="0"/>
              <a:t>ファイル名</a:t>
            </a:r>
            <a:r>
              <a:rPr lang="ja-JP" altLang="en-US"/>
              <a:t>：</a:t>
            </a:r>
            <a:r>
              <a:rPr lang="en-US" altLang="ja-JP" u="sng" dirty="0">
                <a:solidFill>
                  <a:srgbClr val="FF0000"/>
                </a:solidFill>
              </a:rPr>
              <a:t>XX42XXX</a:t>
            </a:r>
            <a:r>
              <a:rPr lang="ja-JP" altLang="en-US" dirty="0">
                <a:solidFill>
                  <a:srgbClr val="FF0000"/>
                </a:solidFill>
              </a:rPr>
              <a:t>山田花子</a:t>
            </a:r>
            <a:r>
              <a:rPr lang="en-US" altLang="ja-JP" dirty="0">
                <a:solidFill>
                  <a:srgbClr val="FF0000"/>
                </a:solidFill>
              </a:rPr>
              <a:t>.pdf</a:t>
            </a:r>
          </a:p>
          <a:p>
            <a:pPr marL="2779713" lvl="2" indent="0">
              <a:buNone/>
              <a:tabLst>
                <a:tab pos="2779713" algn="l"/>
              </a:tabLst>
            </a:pPr>
            <a:r>
              <a:rPr lang="ja-JP" altLang="en-US" dirty="0"/>
              <a:t>学籍番号</a:t>
            </a:r>
            <a:r>
              <a:rPr lang="en-US" altLang="ja-JP" dirty="0"/>
              <a:t>(</a:t>
            </a:r>
            <a:r>
              <a:rPr lang="ja-JP" altLang="en-US" dirty="0"/>
              <a:t>半角数字</a:t>
            </a:r>
            <a:r>
              <a:rPr lang="en-US" altLang="ja-JP" dirty="0"/>
              <a:t>)</a:t>
            </a:r>
            <a:endParaRPr lang="ja-JP" altLang="en-US" dirty="0"/>
          </a:p>
          <a:p>
            <a:r>
              <a:rPr lang="ja-JP" altLang="en-US" dirty="0">
                <a:solidFill>
                  <a:srgbClr val="FF0000"/>
                </a:solidFill>
              </a:rPr>
              <a:t>発表会の資料責任者</a:t>
            </a:r>
            <a:r>
              <a:rPr lang="ja-JP" altLang="en-US" dirty="0"/>
              <a:t>が提出するレポート</a:t>
            </a:r>
            <a:endParaRPr lang="en-US" altLang="ja-JP" dirty="0"/>
          </a:p>
          <a:p>
            <a:pPr lvl="1"/>
            <a:r>
              <a:rPr lang="ja-JP" altLang="en-US" dirty="0"/>
              <a:t>発表のパワポのファイル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 dirty="0"/>
              <a:t>ファイル名：</a:t>
            </a:r>
            <a:r>
              <a:rPr lang="ja-JP" altLang="en-US" dirty="0">
                <a:solidFill>
                  <a:srgbClr val="FF0000"/>
                </a:solidFill>
              </a:rPr>
              <a:t>プロジェクトチーム名</a:t>
            </a:r>
            <a:r>
              <a:rPr lang="en-US" altLang="ja-JP" dirty="0">
                <a:solidFill>
                  <a:srgbClr val="FF0000"/>
                </a:solidFill>
              </a:rPr>
              <a:t>.</a:t>
            </a:r>
            <a:r>
              <a:rPr lang="en-US" altLang="ja-JP" dirty="0" err="1">
                <a:solidFill>
                  <a:srgbClr val="FF0000"/>
                </a:solidFill>
              </a:rPr>
              <a:t>pptx</a:t>
            </a:r>
            <a:endParaRPr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提出先</a:t>
            </a:r>
            <a:endParaRPr lang="en-US" altLang="ja-JP" dirty="0"/>
          </a:p>
          <a:p>
            <a:pPr lvl="1"/>
            <a:r>
              <a:rPr lang="en-US" altLang="ja-JP" dirty="0" err="1"/>
              <a:t>ycclass</a:t>
            </a:r>
            <a:r>
              <a:rPr lang="en-US" altLang="ja-JP" dirty="0"/>
              <a:t>/</a:t>
            </a:r>
            <a:r>
              <a:rPr lang="en-US" altLang="ja-JP" dirty="0" err="1"/>
              <a:t>ycReports</a:t>
            </a:r>
            <a:r>
              <a:rPr lang="en-US" altLang="ja-JP" dirty="0"/>
              <a:t>/</a:t>
            </a:r>
            <a:r>
              <a:rPr lang="ja-JP" altLang="en-US" dirty="0"/>
              <a:t>システム開発演習</a:t>
            </a:r>
            <a:r>
              <a:rPr lang="en-US" altLang="ja-JP" dirty="0"/>
              <a:t>A</a:t>
            </a:r>
          </a:p>
          <a:p>
            <a:r>
              <a:rPr lang="ja-JP" altLang="en-US" dirty="0"/>
              <a:t>提出締切日</a:t>
            </a:r>
            <a:endParaRPr lang="en-US" altLang="ja-JP" dirty="0"/>
          </a:p>
          <a:p>
            <a:pPr lvl="1"/>
            <a:r>
              <a:rPr lang="en-US" altLang="ja-JP" dirty="0">
                <a:solidFill>
                  <a:srgbClr val="FF0000"/>
                </a:solidFill>
              </a:rPr>
              <a:t>2026</a:t>
            </a:r>
            <a:r>
              <a:rPr lang="ja-JP" altLang="en-US">
                <a:solidFill>
                  <a:srgbClr val="FF0000"/>
                </a:solidFill>
              </a:rPr>
              <a:t>年</a:t>
            </a:r>
            <a:r>
              <a:rPr lang="en-US" altLang="ja-JP" dirty="0">
                <a:solidFill>
                  <a:srgbClr val="FF0000"/>
                </a:solidFill>
              </a:rPr>
              <a:t>1</a:t>
            </a:r>
            <a:r>
              <a:rPr lang="ja-JP" altLang="en-US">
                <a:solidFill>
                  <a:srgbClr val="FF0000"/>
                </a:solidFill>
              </a:rPr>
              <a:t>月</a:t>
            </a:r>
            <a:r>
              <a:rPr lang="en-US" altLang="ja-JP" dirty="0">
                <a:solidFill>
                  <a:srgbClr val="FF0000"/>
                </a:solidFill>
              </a:rPr>
              <a:t>30</a:t>
            </a:r>
            <a:r>
              <a:rPr lang="ja-JP" altLang="en-US">
                <a:solidFill>
                  <a:srgbClr val="FF0000"/>
                </a:solidFill>
              </a:rPr>
              <a:t>日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>
                <a:solidFill>
                  <a:srgbClr val="FF0000"/>
                </a:solidFill>
              </a:rPr>
              <a:t>金</a:t>
            </a:r>
            <a:r>
              <a:rPr lang="en-US" altLang="ja-JP">
                <a:solidFill>
                  <a:srgbClr val="FF0000"/>
                </a:solidFill>
              </a:rPr>
              <a:t>)23:59</a:t>
            </a:r>
            <a:endParaRPr lang="en-US" altLang="ja-JP" dirty="0">
              <a:solidFill>
                <a:srgbClr val="FF0000"/>
              </a:solidFill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FFC7-BA51-47D2-B201-4393B5FE077F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レポート</a:t>
            </a:r>
          </a:p>
        </p:txBody>
      </p:sp>
    </p:spTree>
    <p:extLst>
      <p:ext uri="{BB962C8B-B14F-4D97-AF65-F5344CB8AC3E}">
        <p14:creationId xmlns:p14="http://schemas.microsoft.com/office/powerpoint/2010/main" val="349243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ビジネス">
  <a:themeElements>
    <a:clrScheme name="ウェーブ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ユーザー定義 2">
      <a:majorFont>
        <a:latin typeface="Consolas"/>
        <a:ea typeface="HG創英角ｺﾞｼｯｸUB"/>
        <a:cs typeface=""/>
      </a:majorFont>
      <a:minorFont>
        <a:latin typeface="Consolas"/>
        <a:ea typeface="HG創英角ｺﾞｼｯｸU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3410</TotalTime>
  <Words>71</Words>
  <Application>Microsoft Macintosh PowerPoint</Application>
  <PresentationFormat>画面に合わせる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Calibri</vt:lpstr>
      <vt:lpstr>Consolas</vt:lpstr>
      <vt:lpstr>Verdana</vt:lpstr>
      <vt:lpstr>Wingdings 2</vt:lpstr>
      <vt:lpstr>Wingdings 3</vt:lpstr>
      <vt:lpstr>ビジネス</vt:lpstr>
      <vt:lpstr>レポート</vt:lpstr>
    </vt:vector>
  </TitlesOfParts>
  <Company>東京都市大学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Noriko Otani</dc:creator>
  <cp:lastModifiedBy>三川健太</cp:lastModifiedBy>
  <cp:revision>166</cp:revision>
  <cp:lastPrinted>2023-09-23T04:37:04Z</cp:lastPrinted>
  <dcterms:created xsi:type="dcterms:W3CDTF">2012-03-27T07:01:50Z</dcterms:created>
  <dcterms:modified xsi:type="dcterms:W3CDTF">2025-11-19T09:39:10Z</dcterms:modified>
</cp:coreProperties>
</file>